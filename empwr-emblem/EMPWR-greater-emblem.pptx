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· GREATER EMBLEM — THE INFUSED SEAL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EMPWR</a:t>
            </a:r>
            <a:endParaRPr lang="en-US" sz="4400" dirty="0"/>
          </a:p>
        </p:txBody>
      </p:sp>
      <p:pic>
        <p:nvPicPr>
          <p:cNvPr id="4" name="Image 0" descr="greater-emblem-light-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1188720"/>
            <a:ext cx="7909560" cy="7909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1089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seal, every direction.
</a:t>
            </a:r>
            <a:pPr indent="0" marL="0">
              <a:buNone/>
            </a:pPr>
            <a:r>
              <a:rPr lang="en-US" sz="160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greater emblem infuses all six studies from the emblem directions into a single grand seal: the hairline rings of 3A, the circumscribed titles of 3C, the gold line of 2A, the wind stroke of 2B, the chrome-gold wordmark of 1B, the five acrostic pillars of 1C — set on the paper-and-gold colophon of 1D.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8138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· MOBILIZE · PROTECT · WIN · REFORM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8595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 AL MANDOUS · FOR WMO PRESIDENT · RE-ELECTION · 2027–2031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1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F9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GREATER EMBLEM — CEREMONIAL DARK</a:t>
            </a:r>
            <a:endParaRPr lang="en-US" sz="2000" dirty="0"/>
          </a:p>
        </p:txBody>
      </p:sp>
      <p:pic>
        <p:nvPicPr>
          <p:cNvPr id="3" name="Image 0" descr="greater-emblem-dark-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234440"/>
            <a:ext cx="7818120" cy="7818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372600"/>
            <a:ext cx="1664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3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PODIUM BACKDROPS, LAPEL PINS, FOIL AND EMBOSS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· ANATOMY — WHAT WAS INFUSED</a:t>
            </a:r>
            <a:endParaRPr lang="en-US" sz="2000" dirty="0"/>
          </a:p>
        </p:txBody>
      </p:sp>
      <p:pic>
        <p:nvPicPr>
          <p:cNvPr id="3" name="Image 0" descr="greater-emblem-light-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7680960" cy="7680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0" y="15544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 · SEAL — HAIRLINE RINGS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19019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concentric hairline rings form the outer boundary of the seal.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633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· THE PUREST STACK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29809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line and office circumscribe the seal: name above, mandate and term below.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37124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· THE GOLD LINE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0599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gradient gold ring divides the titles from the heart of the mark.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47914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THE WIND STROKE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51389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wind strokes sweep behind the star — meteorology in motion.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5870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· CHROME GOLD WORDMARK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6217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EMPWR set in chrome gold anchors the seal's base.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6949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· ACROSTIC PILLARS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72969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compass stars stud the rings — one for each pillar — and the motto arcs over the star.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8028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· COLOPHON — PAPER AND GOLD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837590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paper-and-gold palette and the colophon star beneath the wordmark.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92354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5A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COMPASS STAR REMAINS THE CONSTANT — EVERY DIRECTION POINTS THROUGH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2026-08-26T06:06:34Z</dcterms:created>
  <dcterms:modified xsi:type="dcterms:W3CDTF">2026-08-26T06:06:34Z</dcterms:modified>
</cp:coreProperties>
</file>